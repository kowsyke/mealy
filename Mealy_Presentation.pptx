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Image Classification with MobileNetV2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CMS22202 Computer Vision and AI  ·  Ravensbourne University London  ·  Kowsyke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321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food categories — each visually distinct, but similar within-class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food logging is slow and error-prone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food recognition from a photograph in real time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calorie tracking, restaurant tech, nutrition research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transfer learning on Food-101, served via REST API + webcam UI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3200400"/>
            <a:ext cx="3840480" cy="1920240"/>
          </a:xfrm>
          <a:prstGeom prst="rect">
            <a:avLst>
              <a:gd name="adj" fmla="val 3810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101 classes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3200400"/>
            <a:ext cx="3840480" cy="1920240"/>
          </a:xfrm>
          <a:prstGeom prst="rect">
            <a:avLst>
              <a:gd name="adj" fmla="val 3810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 test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846320" y="4343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37× better than random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Food-101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321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Food-101 (Bossard et al., 2014) — 101 food categories, ~1,000 images each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scraped from food review websites — real-world noise and variety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used kmader/food41 on Kaggle (HDF5 format, GPU training)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11,099 train images  /  1,000 test images  /  101 classes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resolution: 64×64 pixels (upsampled to 224×224 for MobileNetV2)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model: Fruits dataset, 36 classes, 96.7% accuracy (full-res JPEG)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3931920"/>
            <a:ext cx="8321040" cy="1097280"/>
          </a:xfrm>
          <a:prstGeom prst="rect">
            <a:avLst>
              <a:gd name="adj" fmla="val 6667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6052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include: pizza · sushi · hotdog · ramen · steak · caesar salad · tiramisu · apple pie · bibimbap · pad thai · baklava + 90 more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" y="1005840"/>
            <a:ext cx="1417320" cy="1463040"/>
          </a:xfrm>
          <a:prstGeom prst="rect">
            <a:avLst>
              <a:gd name="adj" fmla="val 516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/ Image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" y="1508760"/>
            <a:ext cx="1271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RGB frame captured via OpenCV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uploaded to Flask API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17904" y="15544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81912" y="1005840"/>
            <a:ext cx="1417320" cy="1463040"/>
          </a:xfrm>
          <a:prstGeom prst="rect">
            <a:avLst>
              <a:gd name="adj" fmla="val 516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55064" y="109728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55064" y="1508760"/>
            <a:ext cx="1271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→ 224×224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255 (0..1 range)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08376" y="15544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72384" y="1005840"/>
            <a:ext cx="1417320" cy="1463040"/>
          </a:xfrm>
          <a:prstGeom prst="rect">
            <a:avLst>
              <a:gd name="adj" fmla="val 516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109728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45536" y="1508760"/>
            <a:ext cx="1271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pretrained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~2.2M parameters frozen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8848" y="15544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62856" y="1005840"/>
            <a:ext cx="1417320" cy="1463040"/>
          </a:xfrm>
          <a:prstGeom prst="rect">
            <a:avLst>
              <a:gd name="adj" fmla="val 516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109728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36008" y="1508760"/>
            <a:ext cx="1271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→ Dense 256 ReLU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0.4 → Dense 101 Softmax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15544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53328" y="1005840"/>
            <a:ext cx="1417320" cy="1463040"/>
          </a:xfrm>
          <a:prstGeom prst="rect">
            <a:avLst>
              <a:gd name="adj" fmla="val 516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09728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1508760"/>
            <a:ext cx="1271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overlapping crops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same frame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79792" y="15544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1005840"/>
            <a:ext cx="1417320" cy="1463040"/>
          </a:xfrm>
          <a:prstGeom prst="rect">
            <a:avLst>
              <a:gd name="adj" fmla="val 516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1097280"/>
            <a:ext cx="1271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16952" y="1508760"/>
            <a:ext cx="1271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/detect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calories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27432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preprocess.py used identically during training and inference — no train/serve mismatch.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3108960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5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mode: runs Food-101 model + Fruit model simultaneously, merges by class name (highest confidence wins)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two different foods in one frame — e.g. chicken + tomato in the same scan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321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convolutions: 8–9× fewer multiplications than standard conv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residual blocks: expand → depthwise → project (Sandler et al., 2018)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~3.4M trainable parameters in head vs ~14M for VGG-16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(224, 224, 3)  →  Base output: (7, 7, 1280)  →  GAP: (1280,)  →  Dense 101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1325880" cy="658368"/>
          </a:xfrm>
          <a:prstGeom prst="rect">
            <a:avLst>
              <a:gd name="adj" fmla="val 1111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3108960"/>
            <a:ext cx="1216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224×224×3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81912" y="320040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55064" y="3017520"/>
            <a:ext cx="1325880" cy="658368"/>
          </a:xfrm>
          <a:prstGeom prst="rect">
            <a:avLst>
              <a:gd name="adj" fmla="val 1111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3108960"/>
            <a:ext cx="1216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 in P1)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62656" y="320040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35808" y="3017520"/>
            <a:ext cx="1325880" cy="658368"/>
          </a:xfrm>
          <a:prstGeom prst="rect">
            <a:avLst>
              <a:gd name="adj" fmla="val 1111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3108960"/>
            <a:ext cx="1216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320040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16552" y="3017520"/>
            <a:ext cx="1325880" cy="658368"/>
          </a:xfrm>
          <a:prstGeom prst="rect">
            <a:avLst>
              <a:gd name="adj" fmla="val 1111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3108960"/>
            <a:ext cx="1216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 ReLU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24144" y="320040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97296" y="3017520"/>
            <a:ext cx="1325880" cy="658368"/>
          </a:xfrm>
          <a:prstGeom prst="rect">
            <a:avLst>
              <a:gd name="adj" fmla="val 1111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108960"/>
            <a:ext cx="1216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04888" y="3200400"/>
            <a:ext cx="9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8040" y="3017520"/>
            <a:ext cx="1325880" cy="658368"/>
          </a:xfrm>
          <a:prstGeom prst="rect">
            <a:avLst>
              <a:gd name="adj" fmla="val 11111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2904" y="3108960"/>
            <a:ext cx="1216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101 Softmax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931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MobileNetV2: small model (~10 MB), fast on CPU, well-understood preprocessing (÷255). EfficientNet tried but per-channel normalisation caused val_acc to flatline.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321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ImageNet (1.2M images, 1,000 classes) — lower layers learn universal features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layers: edges, textures, gradients — same for food and cars and dogs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layers: object parts — adaptable to food with far less data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base frozen, only 256-dim head trained (fast, avoids destroying pretrained features)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top 30 base layers unfrozen, full network fine-tuned at lr=1e-5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train from scratch: only ~110 images per class — not enough to learn from noise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005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005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508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508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508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2011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011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30 unfrozen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011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011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97.15%  (fruit)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2514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Food-101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phases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2514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+ 20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514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1e-3 / 1e-5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37.6%  (test)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1481328"/>
            <a:ext cx="8321040" cy="18288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20040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5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Fruit/Veg model: 36 classes, full-resolution JPEG dataset, trained 48 min on CPU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patience=7, ReduceLROnPlateau × 0.5 on plateau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Per-epoch checkpoints saved — safe to interrupt and resume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Food-101 trained on Kaggle P100 GPU (~45 min); fruit trained locally on AMD Ryzen CPU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2103120"/>
          </a:xfrm>
          <a:prstGeom prst="rect">
            <a:avLst>
              <a:gd name="adj" fmla="val 3636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Food-101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classes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578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005840"/>
            <a:ext cx="2011680" cy="2103120"/>
          </a:xfrm>
          <a:prstGeom prst="rect">
            <a:avLst>
              <a:gd name="adj" fmla="val 3636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/ Veg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classes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14600" y="2578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2011680" cy="2103120"/>
          </a:xfrm>
          <a:prstGeom prst="rect">
            <a:avLst>
              <a:gd name="adj" fmla="val 3636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classes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63440" y="2578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005840"/>
            <a:ext cx="2011680" cy="2103120"/>
          </a:xfrm>
          <a:prstGeom prst="rect">
            <a:avLst>
              <a:gd name="adj" fmla="val 3636"/>
            </a:avLst>
          </a:prstGeom>
          <a:solidFill>
            <a:srgbClr val="14141C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143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12280" y="2578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33756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5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Food-101 gap from SOTA (~90%): source images stored at 64×64, upsampled to 224×224 — upsampling adds no information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model uses full-resolution JPEG images at native size — accuracy jumps to 96.7%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37.6% and 96.7% proves the resolution constraint, not the model or method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Detection — Dual Database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321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meals combine foods from both databases — chicken fry + tomatoes, burger + salad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/detect_combined runs Food-101 model AND Fruit model on the same frame simultaneously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strategy: deduplicate by class name, keep highest-confidence entry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 combined detections returned; calorie totals span both databases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total recognisable classes: 101 (food) + 36 (fruit/veg)</a:t>
            </a:r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UI modes: Food only · Fruit+Veg only · Combined (both models)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— Port 5001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8321040" cy="18288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173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status, both model states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9202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920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Single-region Food-101 classification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24231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/detect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423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food detection (up to 4)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9260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/predict_fruit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Single-region Fruit/Veg classification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42900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/detect_fruit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3429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Fruit/Veg detection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39319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931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/detect_combined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3931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models, merged results (up to 6)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5720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models load lazily on first request — Flask binds in 0.35s; /health always responds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+ 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321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bias: Food-101 weighted toward Western and East Asian cuisines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food images could reveal dietary restrictions or health conditions — no data stored, stateless API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model always returns confidence score, not just a label; top-5 visible in UI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source images limit feature detail — the main accuracy constraint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 images per class is insufficient for 101-way classification at this resolution</a:t>
            </a:r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Single-frame classification: no object localisation or bounding boxes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+ 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321040" cy="2743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321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600"/>
              </a:spcAft>
            </a:pPr>
            <a:r>
              <a:rPr lang="en-US" sz="15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Food-101 at 224×224 resolution (101,000 images, 750/class) — train_optimized.py ready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 backbone with correct per-channel normalisation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 / Mixup augmentation for harder decision boundaries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export for mobile deployment (&lt;10 MB, 50ms inference on device)</a:t>
            </a:r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Bossard, L. et al. (2014). Food-101 — Mining Discriminative Components with Random Forests. ECCV, pp.446–461.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Sandler, M. et al. (2018). MobileNetV2: Inverted Residuals and Linear Bottlenecks. CVPR, pp.4510–4520.</a:t>
            </a:r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Geron, A. (2019). Hands-on Machine Learning with Scikit-Learn, Keras, and TensorFlow. 2nd ed. O'Reilly.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github.com/Kowsyke/Mealy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CMS22202 Computer Vision and AI — Mealy</dc:subject>
  <dc:creator>Kowsyke</dc:creator>
  <cp:lastModifiedBy>Kowsyke</cp:lastModifiedBy>
  <cp:revision>1</cp:revision>
  <dcterms:created xsi:type="dcterms:W3CDTF">2026-04-23T00:44:38Z</dcterms:created>
  <dcterms:modified xsi:type="dcterms:W3CDTF">2026-04-23T00:44:38Z</dcterms:modified>
</cp:coreProperties>
</file>